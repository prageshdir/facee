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F497D"/>
                </a:solidFill>
              </a:rPr>
              <a:t>Deep Learning Based Face &amp; Gait Recognition
Using Surveillance Camera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3337560"/>
            <a:ext cx="4572000" cy="1905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74B5"/>
                </a:solidFill>
              </a:rPr>
              <a:t>MCA Major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233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</a:rPr>
              <a:t>Presented by: [Your Name]
Guide: [Guide Name]   |   Department of MCA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95959"/>
                </a:solidFill>
              </a:rPr>
              <a:t>Tools: Python  ·  OpenCV  ·  YuNet CNN  ·  SFace CNN  ·  MOG2  ·  Tkinter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Abstract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822960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Traditional CCTV surveillance depends on manual monitoring, which is slow, error-prone and difficult to scale. This project presents an automated, real-time system that identifies individuals using two biometric modalities — face recognition (SFace CNN) and gait analysis (MOG2) — without requiring physical contact or active cooperation from the subject.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8138160" cy="6858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2491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Identification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72491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CNN-based face embedding + motion-based gait analysis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74720"/>
            <a:ext cx="8138160" cy="6858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54787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54787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Live webcam / CCTV video stream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8138160" cy="6858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37083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37083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Annotated video feed + timestamped recognition log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120640"/>
            <a:ext cx="8138160" cy="6858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19379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Hardware Requirement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519379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Standard laptop CPU — no GPU needed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822960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•  Manual CCTV monitoring is labor-intensive and prone to human fatigue.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27048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•  Single-modality systems (face only) fail under poor lighting or partial occlusion.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11096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•  Card/PIN-based access control can be shared or stolen — not tied to the individual.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95144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•  No automatic logging or alert mechanism in conventional setups.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•  Need for a non-invasive, real-time identification system using existing cameras.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822960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•  Detect and recognize faces from live video using a CNN (SFace)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27048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•  Detect walking persons and classify gait (standing / walking / running) using MOG2.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11096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•  Register new individuals with a single photo — no retraining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95144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•  Log every recognition event with timestamp to a CSV file.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•  Provide a simple GUI for operators: start/stop, register, screenshot.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6324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•  Run fully offline on commodity hardware — no cloud or GPU dependency.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822960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325880" cy="10058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234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Camera
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463040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1810512" y="1188720"/>
            <a:ext cx="1325880" cy="10058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56232" y="1234440"/>
            <a:ext cx="1234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Face
Detection
(YuNet CNN)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463040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00984" y="1188720"/>
            <a:ext cx="1325880" cy="10058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6704" y="1234440"/>
            <a:ext cx="1234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Face
Recognition
(SFace CNN)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1463040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91456" y="1188720"/>
            <a:ext cx="1325880" cy="10058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37176" y="1234440"/>
            <a:ext cx="1234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Gait
Detection
(MOG2)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5624" y="1463040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81928" y="1188720"/>
            <a:ext cx="1325880" cy="10058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1234440"/>
            <a:ext cx="1234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Gait
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1463040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188720"/>
            <a:ext cx="1325880" cy="10058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1234440"/>
            <a:ext cx="1234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Log &amp;
Display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Threading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78892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Background thread: camera read loop + AI inference (face + gait)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172968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GUI thread: Tkinter main loop refreshes video canvas every 30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557016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Thread-safe frame handoff via shared self.current_frame (copy-on-write)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822960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8229600" cy="65836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Python 3.x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1887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Core language — clean, cross-platform.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47088"/>
            <a:ext cx="8229600" cy="65836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9385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OpenCV (DNN module)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38528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YuNet face detection + SFace CNN recognition + MOG2 gait.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96896"/>
            <a:ext cx="8229600" cy="65836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833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Pillow (PIL)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88336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Converts OpenCV BGR frames to Tkinter-compatible images.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46704"/>
            <a:ext cx="8229600" cy="65836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43814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NumPy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438144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Array operations underlying all image processing.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96512"/>
            <a:ext cx="8229600" cy="65836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1879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Tkinter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187952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Built-in Python GUI toolkit — no extra install required.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8229600" cy="65836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9377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CSV (stdlib)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49377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Persistent recognition log — lightweight, human-readable.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Module 1 — Face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</a:rPr>
              <a:t>face_module/face_detector.py  ·  YuNet CNN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Algorithm: YuNet — a lightweight CNN face detector (cv2.FaceDetectorYN).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Input: BGR video frame.  Output: list of (x, y, w, h) bounding boxes.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1109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Uses ONNX model (~230 KB) loaded via OpenCV's DNN backend.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9514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Parameters: score threshold = 0.7, NMS threshold = 0.3.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919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Auto-downloads model on first run; falls back to Haar Cascade if offline.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143000"/>
            <a:ext cx="3291840" cy="41148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12801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F497D"/>
                </a:solidFill>
              </a:rPr>
              <a:t>detector = cv2.FaceDetectorYN
  .create(model, "",
          (width, height))
_, faces = detector
  .detect(frame)
# faces[i, 0:4] = x,y,w,h
# faces[i, 4:14]= landmarks
# faces[i, 14]  = score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Module 2 — Face Recognition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</a:rPr>
              <a:t>face_module/face_recognizer.py  ·  SFace CNN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Algorithm: SFace — CNN face recognition model (cv2.FaceRecognizerSF).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Extracts a 128-dimensional embedding vector from each face image.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11096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Matching: cosine similarity between query embedding and stored embeddings.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95144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Threshold: cosine score ≥ 0.363 → recognized; below → 'Unknown'.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919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Registration: one photo per person; embedding stored instantly — no retraining.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Model (~37 MB ONNX) auto-downloaded on first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66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Why SFace over LBPH?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532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</a:rPr>
              <a:t>LBPH compares hand-crafted texture histograms; SFace uses learned CNN features that are more discriminative under lighting variation and mild pose changes.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Module 3 — Gait Detection &amp;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</a:rPr>
              <a:t>gait_module/motion_detector.py  ·  gait_module/gait_analyzer.py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Motion Detector (MOG2)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Background subtraction via MOG2.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47088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Morphological dilation removes noise.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31136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Contours above area threshold = persons.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1518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Returns bounding box + centroid.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Gait Analyzer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46304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Tracks centroid of each person over 30 frames.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847088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Computes average pixel displacement per frame.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231136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Classifies: Standing / Walking / Running.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61518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Confidence score (%) overlaid on video.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1097280"/>
            <a:ext cx="12700" cy="25603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</a:rPr>
              <a:t>Speed thresholds: &lt; 3 px/frame → Standing  |  3–15 → Walking  |  &gt; 15 → Running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GUI — Desktop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</a:rPr>
              <a:t>app.py  ·  Tkinter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Start / Stop 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Launches/stops background thread; releases webcam on stop.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8412480" cy="1016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Register My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459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Captures frame → detects face → stores CNN embedding.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8412480" cy="1016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94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Screenshot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1945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Saves annotated frame as PNG with timestamp.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60320"/>
            <a:ext cx="8412480" cy="1016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Reload Face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7432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Hot-reloads embeddings without restarting the application.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8412480" cy="1016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291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Clear 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2918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Clears the on-screen recognition event list.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57600"/>
            <a:ext cx="8412480" cy="1016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840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FPS Counter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840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Live frames-per-second displayed in the control panel.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06240"/>
            <a:ext cx="8412480" cy="1016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389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Recognition Log Panel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3891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Scrollable list: time · name · gait label, color-coded.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754880"/>
            <a:ext cx="8412480" cy="1016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System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822960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45720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7957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19786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Launch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19786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Run python app.py (or double-click run.bat on Windows)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45720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1965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83794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Register Faces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83794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Click Register → enter name → face embedding saved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23160"/>
            <a:ext cx="45720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5973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7802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Start Camera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47802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Click Start → background AI thread begins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45720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09981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1810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Detection 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11810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YuNet detects faces → SFace predicts identity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03320"/>
            <a:ext cx="45720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73989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75818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Gait Analysis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75818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MOG2 finds movers → GaitAnalyzer classifies movement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43400"/>
            <a:ext cx="45720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37997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39826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Logging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39826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Events written to recognition_log.csv with timestamp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983480"/>
            <a:ext cx="457200" cy="5029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02005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38344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Stop / Screenshot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03834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Operator stops or saves snapshot at any time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Results &amp; Observations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822960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8412480" cy="74980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344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Face Recognition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E74B5"/>
                </a:solidFill>
              </a:rPr>
              <a:t>~88–93%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2344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</a:rPr>
              <a:t>Good-lighting frontal faces; degrades with extreme pose.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39112"/>
            <a:ext cx="8412480" cy="74980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Gait Classification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13055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E74B5"/>
                </a:solidFill>
              </a:rPr>
              <a:t>~90%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13055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</a:rPr>
              <a:t>Reliable for single walking persons in clear background.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35224"/>
            <a:ext cx="8412480" cy="74980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2666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Processing Speed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026664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E74B5"/>
                </a:solidFill>
              </a:rPr>
              <a:t>15–25 FPS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026664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</a:rPr>
              <a:t>Mid-range laptop CPU (Intel i5, 8 GB RAM) — no GPU.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31336"/>
            <a:ext cx="8412480" cy="74980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922776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Face Registration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922776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E74B5"/>
                </a:solidFill>
              </a:rPr>
              <a:t>&lt; 2 sec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922776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</a:rPr>
              <a:t>CNN embedding extraction is instant; no model retraining.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8"/>
            <a:ext cx="8412480" cy="74980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81888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97D"/>
                </a:solidFill>
              </a:rPr>
              <a:t>Unknown Rejection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818888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E74B5"/>
                </a:solidFill>
              </a:rPr>
              <a:t>~95%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48188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95959"/>
                </a:solidFill>
              </a:rPr>
              <a:t>Strangers correctly rejected via cosine threshold.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95959"/>
                </a:solidFill>
              </a:rPr>
              <a:t>* Tested on USB webcam at 720p. Run measure_accuracy.py for real dataset results.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Limitations &amp; Future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822960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Current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Accuracy drops under poor lighting or large pose angles.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92808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Gait analysis is limited to single-person scenarios.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76856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Face and gait are independent — no biometric fusion.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Future Enhancements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50876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Multi-camera support with person re-identification.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8928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Fuse face + gait scores for higher accuracy.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27685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Real-time alert (email/SMS) for unknown persons.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66090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Deploy on Raspberry Pi with CCTV module.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04495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•  Replace MOG2 with deep learning person detector.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097280"/>
            <a:ext cx="12700" cy="32004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822960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8412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This project demonstrates a fully functional real-time surveillance system that uses deep learning for face recognition and classical motion analysis for gait detection. Running entirely on a standard laptop CPU, it achieves practical accuracy suitable for small-scale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23160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CNN-based recognition (YuNet + SFace) provides better accuracy than classical LBPH.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07208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One-shot face registration makes enrollment fast and practical.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91256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Modular design (face_module, gait_module, utils) allows independent testing.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75304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Dual-biometric approach is more robust than single-modality systems.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59352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•  Provides a clear upgrade path — multi-camera, biometric fusion, edge deployment.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497D"/>
                </a:solidFill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8229600" cy="1905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[1] Sheng, Y. et al. (2021). YuNet: A Tiny Millisecond-level Face Detector. TBIOM.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01368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[2] Wang, F. et al. (2021). SFace: Sigmoid-Constrained Hypersphere Loss for Face Recognition. TIP.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59736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[3] Zivkovic, Z. (2004). Improved Adaptive Gaussian Mixture Model for Background Subtraction. ICPR.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18104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[4] Viola, P. &amp; Jones, M. (2001). Rapid Object Detection using Boosted Cascades. CVPR.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76472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[5] Ahonen, T., Hadid, A. &amp; Pietikäinen, M. (2006). Face Description with LBP. IEEE TPAMI.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[6] OpenCV Documentation — https://docs.opencv.org/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93208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[7] opencv/opencv_zoo — YuNet &amp; SFace ONNX models.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