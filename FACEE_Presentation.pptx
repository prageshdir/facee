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97480"/>
            <a:ext cx="914400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800600"/>
            <a:ext cx="914400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8046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F497D"/>
                </a:solidFill>
              </a:rPr>
              <a:t>Major Project Progress II Presentation
on
Deep Learning Approaches For
Face &amp; Gait Recognition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04040"/>
                </a:solidFill>
              </a:rPr>
              <a:t>Presented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Afsana Chettri  ( 202422018 )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04040"/>
                </a:solidFill>
              </a:rPr>
              <a:t>Under the Guidance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0000"/>
                </a:solidFill>
              </a:rPr>
              <a:t>Mr. Simanta Kalita,  Assistance Professor, SMIT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0000"/>
                </a:solidFill>
              </a:rPr>
              <a:t>External Guide:  Mr. Sachin Manger,  Senior Faculty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Dept. of Computer Application, SMIT, Majhitar, East Sikkim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51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556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Overview of 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459736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59736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Aim and Objectives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163824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4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Literature Survey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867912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67912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Problem Definition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5720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Proposed Solution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7608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Project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10515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105156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H/W &amp; S/W Requirements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175564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1755648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Design  &amp;  Architecture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2459736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459736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Data Processing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163824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163824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Progress till 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86791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386791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Progress Summary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5720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66360" y="457200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Result and Discussion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27608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60" y="5276088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Conclusion  &amp;  References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0" y="1005840"/>
            <a:ext cx="15240" cy="50292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Introduction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Project develops a deep learning-based real-time surveillance system combining face and gait recognition.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Traditional systems rely only on face recognition, which fails in poor lighting, occlusion, or mask usage.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Gait recognition is added because walking patterns are unique to each individual and hard to conceal.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Uses CNN-based deep learning: YuNet (face detection) and SFace (face recognition) via OpenCV DNN module.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Combining both biometric modalities improves accuracy, reliability, and robustness in dynamic environments.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6324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Implemented as a complete desktop application running in real-time on standard laptop hardware — no GPU.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General Overview Of The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Traditional security systems rely only on face recognition, which may fail when faces are covered or unclear.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People can avoid identification using masks, low lighting, or unfavorable camera angles.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Security systems need a more reliable method to identify individuals across different conditions.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Combining face recognition with gait (walking style) recognition significantly improves identification accuracy.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A dual-biometric system is harder to deceive — both modalities must be simultaneously obscured.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Aim and 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8412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The main aim is to develop a real-time deep learning surveillance system combining face and gait recognition for accurate human identification under varying conditions.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Primary Objectives: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7627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Develop a real-time surveillance system combining CNN face recognition and motion-based gait analysis.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7860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Build a face recognition module using SFace CNN (cv2.FaceRecognizerSF) to identify individuals from live video.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8094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Implement gait detection and classification (Standing / Walking / Running) using MOG2 background subtraction.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Integrate all modules into a unified Tkinter desktop application for improved recognition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Aim and Objectives (Continued)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Secondary Objectives: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5331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Study and apply CNN-based deep learning models (YuNet, SFace) for biometric recognition.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5564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Achieve real-time video processing at 15–25 FPS on standard laptop CPU without any GPU.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5798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Improve robustness under challenging conditions: low light, partial occlusion, pose variation.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6032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Evaluate accuracy using Leave-One-Out Cross-Validation (LOOCV), augmentation tests, and rejection rate.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96265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Design the system for practical security applications: campus access control, office surveillance.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Run fully offline on commodity hardware — no cloud services, internet dependency, or paid APIs required.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Feasibility Study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Technical Feasibility: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Uses OpenCV DNN module with ONNX CNN models — YuNet for detection, SFace for recognition.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1907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Python + Tkinter provides a complete cross-platform desktop application without extra dependencies.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6654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OpenCV 4.5+ natively supports cv2.FaceDetectorYN and cv2.FaceRecognizerSF on CPU.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5117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Economic Feasibility: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89864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All libraries are open-source and free: OpenCV, Python, Pillow, NumPy, Tkinter.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24612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No GPU, cloud subscription, or paid API required — runs on existing hardware.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59359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ONNX models auto-downloaded on first run (~230 KB for detection, ~37 MB for recognition).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Feasibility Study (Continued)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Operational Feasibility: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Single-click run.bat launcher for Windows — no technical expertise required to operate.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1907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One-shot face registration; instant CNN embedding storage without any model retraining.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6654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Deployment possible using existing webcams and standard Windows / Linux computers.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0545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Legal &amp; Ethical Feasibility: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8529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All face embeddings and images stored locally — no cloud upload or third-party data processing.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200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System intended for consented institutional surveillance with operator oversight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54787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Follows data privacy principles — no biometric data transmitted outside the device.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98678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Schedule Feasibility: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3425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All six core modules completed within the planned academic semester timeline.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6817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Phases: Literature review → Design → Module development → Integration → Testing → Presentation.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Literature Survey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Table 1: Literature Survey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61872"/>
            <a:ext cx="384048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307592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261872"/>
            <a:ext cx="233172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307592"/>
            <a:ext cx="2258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Title &amp; 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0088" y="1261872"/>
            <a:ext cx="150876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6664" y="1307592"/>
            <a:ext cx="1435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Author(s)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98848" y="1261872"/>
            <a:ext cx="475488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307592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Year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74336" y="1261872"/>
            <a:ext cx="199339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10912" y="130759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67728" y="1261872"/>
            <a:ext cx="217627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4304" y="13075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Research 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609344"/>
            <a:ext cx="38404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1645920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1609344"/>
            <a:ext cx="233172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1645920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A Review of Deep Learning Approaches for Human Gait Recognition. INOCON 2023, IEEE.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90088" y="1609344"/>
            <a:ext cx="150876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26664" y="1645920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Pundir, A. &amp;
Sharma, 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98848" y="1609344"/>
            <a:ext cx="47548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5424" y="1645920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74336" y="1609344"/>
            <a:ext cx="199339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164592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Survey of CNN + sequence models for gait recognition across multiple datasets.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67728" y="1609344"/>
            <a:ext cx="217627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04304" y="164592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Gap in multi-view and real-time gait recognition under occlusion.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1956816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993392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[2]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1956816"/>
            <a:ext cx="2331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" y="1993392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Gait Speed Based Individual Recognition using Deep 2-D CNN. ICCCI 2023, IEEE.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90088" y="1956816"/>
            <a:ext cx="1508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26664" y="1993392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Lal, A. &amp;
Nithyakani, P.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98848" y="1956816"/>
            <a:ext cx="47548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35424" y="199339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74336" y="1956816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10912" y="199339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2-D CNN trained on gait speed features for person identification.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67728" y="1956816"/>
            <a:ext cx="21762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04304" y="199339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View-invariant recognition and real-time deployment unexplored.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2304288"/>
            <a:ext cx="38404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0896" y="2340864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[3]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2304288"/>
            <a:ext cx="233172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4" y="2340864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Deep Gait Recognition: A Survey. IEEE TPAMI, 45(1), 264–284.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90088" y="2304288"/>
            <a:ext cx="150876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26664" y="2340864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Sepas-Moghaddam &amp; Etemad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98848" y="2304288"/>
            <a:ext cx="47548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35424" y="23408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74336" y="2304288"/>
            <a:ext cx="199339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10912" y="234086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Comprehensive survey of deep learning methods for gait recognition.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67728" y="2304288"/>
            <a:ext cx="217627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04304" y="234086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Real-time integration with face recognition systems not addressed.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2651760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0896" y="2688336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[4]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2651760"/>
            <a:ext cx="2331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" y="2688336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Face Detection and Recognition using Cascade Classification. 2022.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90088" y="2651760"/>
            <a:ext cx="1508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26664" y="2688336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Siddiqui, M. F.
et al.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98848" y="2651760"/>
            <a:ext cx="47548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35424" y="268833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74336" y="2651760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10912" y="268833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Viola-Jones Haar Cascade for face detection + classical recognition.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67728" y="2651760"/>
            <a:ext cx="21762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04304" y="268833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Gap in exploring CNN-based alternatives for real-time deployment.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Literature Survey (Continued)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Table 1: Literature Survey (Continued)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61872"/>
            <a:ext cx="384048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307592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261872"/>
            <a:ext cx="233172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307592"/>
            <a:ext cx="2258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Title &amp; 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0088" y="1261872"/>
            <a:ext cx="150876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6664" y="1307592"/>
            <a:ext cx="1435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Author(s)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98848" y="1261872"/>
            <a:ext cx="475488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307592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Year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74336" y="1261872"/>
            <a:ext cx="199339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10912" y="130759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67728" y="1261872"/>
            <a:ext cx="217627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4304" y="13075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Research 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609344"/>
            <a:ext cx="38404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1645920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[5]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1609344"/>
            <a:ext cx="233172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1645920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Real-Time Human Recognition using YOLOv3 + Face Recognition. 2022.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90088" y="1609344"/>
            <a:ext cx="150876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26664" y="1645920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Manssor, S. A. F.
et 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98848" y="1609344"/>
            <a:ext cx="47548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5424" y="1645920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74336" y="1609344"/>
            <a:ext cx="199339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164592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YOLOv3 person detection combined with face recognition pipeline.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67728" y="1609344"/>
            <a:ext cx="217627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04304" y="164592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Real-time performance on edge devices and gait fusion remain open.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1956816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993392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1956816"/>
            <a:ext cx="2331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" y="1993392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YuNet: A Tiny Millisecond-level Face Detector. IEEE Trans. Biometrics. 2021.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90088" y="1956816"/>
            <a:ext cx="1508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26664" y="1993392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Sheng, Y. et al.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98848" y="1956816"/>
            <a:ext cx="47548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35424" y="199339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74336" y="1956816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10912" y="199339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Lightweight CNN face detector; &lt;1 ms per frame on CPU via ONNX.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67728" y="1956816"/>
            <a:ext cx="21762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04304" y="199339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Basis for face detection module used in this project (cv2.FaceDetectorYN).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2304288"/>
            <a:ext cx="38404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0896" y="2340864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[7]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2304288"/>
            <a:ext cx="233172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4" y="2340864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SFace: Sigmoid-Constrained Hypersphere Loss for Face Recognition. IEEE TIP.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90088" y="2304288"/>
            <a:ext cx="150876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26664" y="2340864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Wang, F. et al.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98848" y="2304288"/>
            <a:ext cx="47548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35424" y="23408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74336" y="2304288"/>
            <a:ext cx="199339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10912" y="234086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CNN trained with SFace loss; 128-dim embeddings matched by cosine similarity.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67728" y="2304288"/>
            <a:ext cx="217627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04304" y="234086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Basis for face recognition module in this project (cv2.FaceRecognizerSF).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2651760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0896" y="2688336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[8]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2651760"/>
            <a:ext cx="2331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" y="2688336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Improved Gait Recognition Based on Specialized Deep CNN. CVIU, 164, 103–110.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90088" y="2651760"/>
            <a:ext cx="1508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26664" y="2688336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Alotaibi, M. &amp;
Mahmood, A.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98848" y="2651760"/>
            <a:ext cx="47548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35424" y="268833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2017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74336" y="2651760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10912" y="268833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Specialized CNN architecture for gait feature learning from silhouettes.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67728" y="2651760"/>
            <a:ext cx="21762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04304" y="268833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Limited to offline datasets; real-time surveillance integration not explored.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Problem Definition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Traditional surveillance systems rely mainly on face recognition, which is not always reliable.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Identification fails in conditions like poor lighting, masks, or occluded / angled faces.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Changes in appearance (hairstyle, accessories, glasses) reduce recognition accuracy significantly.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There is no automatic alert or logging mechanism in basic conventional surveillance setups.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Combining face and gait biometrics provides a more robust and deception-resistant solution.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Proposed Solution 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Implement CNN-based face detection using YuNet (cv2.FaceDetectorYN) via OpenCV DNN — ONNX model auto-downloaded.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Implement CNN-based face recognition using SFace (cv2.FaceRecognizerSF) — 128-dim embeddings; cosine similarity matching.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Implement gait analysis using MOG2 background subtraction + centroid tracking for movement classification.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Integrate all modules into a unified Tkinter GUI: live video, face + gait overlays, register, log, screenshot.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Log every recognition event (name, confidence %, gait label, timestamp) to recognition_log.csv for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6324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Auto-download pre-trained ONNX models on first run — no manual setup, no retraining required.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H/W &amp; S/W Requirements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Hardware Requirements: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Personal computer or laptop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92224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Minimum 8 GB 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94560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Intel i5 Processor or equivalent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96896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USB webcam or built-in camera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999232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Internet (first run only — model download)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02412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Software Requirements: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389888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OS: Windows 10 / 11  or  Linux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1792224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Python 3.8+  with pip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194560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opencv-contrib-python  ≥  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596896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Pillow  &amp;  NumPy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999232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Tkinter  (built-in with Python)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1005840"/>
            <a:ext cx="15240" cy="4114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Project Plan — Team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828800"/>
            <a:ext cx="2194560" cy="13716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497D"/>
                </a:solidFill>
              </a:rPr>
              <a:t>Internal Guide
Mr. Simanta Kalita
Assistance Professor, SMIT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828800"/>
            <a:ext cx="2194560" cy="13716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965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497D"/>
                </a:solidFill>
              </a:rPr>
              <a:t>External Guide
Mr. Sachin Manger
Senior Faculty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4389120"/>
            <a:ext cx="2194560" cy="13716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5262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497D"/>
                </a:solidFill>
              </a:rPr>
              <a:t>Student
Afsana Chettri
( 202422018 )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3200400"/>
            <a:ext cx="12700" cy="8229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3200400"/>
            <a:ext cx="12700" cy="8229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11680" y="4023360"/>
            <a:ext cx="5120640" cy="127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4023360"/>
            <a:ext cx="1270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9893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Fig 1: Team Structure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Gantt Chart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Table 2: Gantt Chart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98448"/>
            <a:ext cx="4206240" cy="5303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389888"/>
            <a:ext cx="4206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Activity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298448"/>
            <a:ext cx="2103120" cy="5303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89888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Timeline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298448"/>
            <a:ext cx="1737360" cy="53035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389888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828800"/>
            <a:ext cx="420624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1901952"/>
            <a:ext cx="4114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1: Literature Review &amp; Planning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1828800"/>
            <a:ext cx="210312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44568" y="1901952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Aug – Sep 2024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828800"/>
            <a:ext cx="173736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1901952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359152"/>
            <a:ext cx="42062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2432304"/>
            <a:ext cx="4114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2: System Design &amp; Architecture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2359152"/>
            <a:ext cx="2103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2432304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Oct 2024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359152"/>
            <a:ext cx="17373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47688" y="2432304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889504"/>
            <a:ext cx="420624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2962656"/>
            <a:ext cx="4114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3: Face Detection Module (YuNet CNN)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0" y="2889504"/>
            <a:ext cx="210312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44568" y="2962656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Nov 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889504"/>
            <a:ext cx="173736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47688" y="2962656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419856"/>
            <a:ext cx="42062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8328" y="3493008"/>
            <a:ext cx="4114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4: Face Recognition Module (SFace CNN)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0" y="3419856"/>
            <a:ext cx="2103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4568" y="3493008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Nov – Dec 2024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419856"/>
            <a:ext cx="17373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349300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3950208"/>
            <a:ext cx="420624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8328" y="4023360"/>
            <a:ext cx="4114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5: Gait Detection Module (MOG2)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3950208"/>
            <a:ext cx="210312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44568" y="4023360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Dec 2024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3950208"/>
            <a:ext cx="173736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47688" y="4023360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480560"/>
            <a:ext cx="42062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8328" y="4553712"/>
            <a:ext cx="4114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6: GUI Integration &amp; Testing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80560" y="4480560"/>
            <a:ext cx="2103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44568" y="4553712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Jan 2025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4480560"/>
            <a:ext cx="17373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47688" y="4553712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010912"/>
            <a:ext cx="420624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8328" y="5084064"/>
            <a:ext cx="4114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7: Accuracy Measurement &amp; Evaluation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80560" y="5010912"/>
            <a:ext cx="210312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44568" y="5084064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Feb 2025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0" y="5010912"/>
            <a:ext cx="1737360" cy="53035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47688" y="5084064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10"/>
                </a:solidFill>
              </a:rPr>
              <a:t>✔  Completed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541264"/>
            <a:ext cx="42062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8328" y="5614416"/>
            <a:ext cx="4114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Phase 8: Report Writing &amp; Presentation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80560" y="5541264"/>
            <a:ext cx="2103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44568" y="5614416"/>
            <a:ext cx="2011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Mar 2025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0" y="5541264"/>
            <a:ext cx="17373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47688" y="5614416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</a:rPr>
              <a:t>⬜  Pending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Architecture Diagram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Camera
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Video
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1907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907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6479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Pre-
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Resize &amp;
Normalize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495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8211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8211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2783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Face
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YuNet
CNN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4515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9087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Face
Recognition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087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SFace
CNN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5391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Gait
Detection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MOG2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123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7123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695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Output
&amp; 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GUI +
CSV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248716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Fig 2: System Architecture — Data Flow Diagram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283464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Video captured frame-by-frame from webcam via cv2.VideoCapture in a background thread.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323697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Frames passed to YuNet CNN for face detection and MOG2 for motion detection simultaneously.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363931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Detected faces matched against SFace CNN embeddings using cosine similarity (threshold 0.363).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404164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Gait classified as Standing / Walking / Running based on centroid displacement over 30 frames.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444398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Results overlaid on live feed and logged to recognition_log.csv with timestamps.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Architecture Diagram (Description)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Captures live data using camera (video input) via cv2.VideoCapture.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Preprocesses frames — noise removal, resizing to 112×112, BGR normalization.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Extracts features using deep learning — YuNet CNN face detection + SFace CNN recognition.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Converts features into optimized embedding vectors (128-dim float array per face).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Gait features represented as centroid displacement trail over 30 consecutive frames.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6324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Classifier compares embeddings with stored database using cosine similarity.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6557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Produces final output — recognized person name, confidence %, and gait label.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86791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Works in real-time at 15–25 FPS for surveillance and security applications.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Data Processing Workflow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Data
Collection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Webcam /
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1907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907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6479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Pre-
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Resize,
Normalize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495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8211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8211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2783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Feature
Extraction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CNN
Embedding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4515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9087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Feature
Represent.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087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128-dim
Vector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5391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Classifier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Cosine
Similarity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123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7123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695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Identity
+ Gait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248716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Fig 3: Data Processing Pipeline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2834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Data Collection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283464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Captures real-time video from USB webcam; images saved in dataset/known_faces/&lt;name&gt;/.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18211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337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Preprocessing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0" y="333756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Frames resized to 112×112 BGR; grayscale conversion for fallback detector.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68503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Feature Extraction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0" y="384048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YuNet CNN detects face bounding boxes; SFace CNN extracts 128-dim embedding.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18795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Feature Representation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0" y="434340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Face: 128-dim float vector.  Gait: centroid positions recorded over 30 frames.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69087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Classifier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84632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Cosine similarity ≥ 0.363 → known identity; below threshold → 'Unknown'.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19379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5349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Output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0" y="534924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Bounding boxes + labels drawn on frame; event appended to recognition_log.csv.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69671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Snapshots of Human Gait and Face Detection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4114800" cy="4114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9489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[ Screenshot: Face Detection — YuNet CNN bounding boxes on live video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114800" cy="4114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489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[ Screenshot: Gait Detection — MOG2 motion blobs with Standing/Walking/Running labels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34924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Fig 4: Screenshots of Face and Gait Detection in the Running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Data Preprocessing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4023360" cy="3474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1518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[ Sample registered face images
dataset/known_faces/&lt;name&gt;/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4023360" cy="3474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61518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[ SFace CNN 112×112 input
(normalized BGR face crop)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7091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Registered face images stored in dataset/known_faces/&lt;name&gt;/ — one sub-folder per person.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1114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Each face crop resized to 112×112 BGR and normalized before SFace CNN feature extraction.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5138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Grayscale conversion applied for Haar Cascade fallback when YuNet model is unavailable.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Progress Till Date — Progress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Data Storing  (Completed)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Images saved in dataset/known_faces/&lt;name&gt;/ — each sub-folder holds photos of one person.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CNN embeddings stored in models/face_embeddings.pkl — no retraining needed on new registrations.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0312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Data Pre-processing  (Completed)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45059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Face crops resized to 112×112 BGR; grayscale for fallback; pixel normalization applied.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86207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Gait Recognition  (Completed)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20954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Implemented MOG2 background subtraction (cv2.createBackgroundSubtractorMOG2) for person isolation.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52958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Each detected person assigned a track ID; centroid positions recorded over 30 consecutive frames.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84962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Average pixel displacement per frame used for classification: Standing / Walking / Running.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16966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Gait label + confidence score (%) overlaid as orange bounding box on the live video feed.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Progress Summary — Face Recognition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Face Detection  (Completed)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Implemented YuNet CNN (cv2.FaceDetectorYN) — ONNX model (~230 KB) auto-downloaded on first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Falls back to Haar Cascade classifier if model download fails (offline fallback).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Returns list of (x, y, w, h) bounding boxes; frame processed in background thread.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44144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Face Recognition  (Completed)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Implemented SFace CNN (cv2.FaceRecognizerSF) — ONNX model (~37 MB) auto-downloaded on first run.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1089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Extracts 128-dimensional embedding vector per face; matched via cosine similarity (threshold 0.363).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2900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Registration: one photo → CNN embedding stored instantly — no model retraining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74904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Achieved ~88–93% face recognition accuracy and ~90% gait classification at 15–25 FPS.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Result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Input:  Live video frames from USB webcam at 720p resolution.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2646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Processing:  YuNet CNN face detection  +  SFace CNN recognition  +  MOG2 gait extraction (parallel).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Evaluation:  measure_accuracy.py — LOOCV, augmentation robustness test, Unknown rejection rate.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Evaluation Metrics: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852928"/>
            <a:ext cx="3840480" cy="4754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294436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2852928"/>
            <a:ext cx="1280160" cy="4754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1768" y="294436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852928"/>
            <a:ext cx="1280160" cy="4754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294436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0" y="2852928"/>
            <a:ext cx="1280160" cy="4754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2088" y="294436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328416"/>
            <a:ext cx="384048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61288" y="3419856"/>
            <a:ext cx="3749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Face Recognition Only  (SFace CNN)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3328416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1768" y="34198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~89%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328416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34198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328416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2088" y="34198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~11%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3803904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895344"/>
            <a:ext cx="3749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Gait Recognition Only  (MOG2)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0" y="3803904"/>
            <a:ext cx="12801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1768" y="389534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803904"/>
            <a:ext cx="12801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81928" y="389534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~9%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0" y="3803904"/>
            <a:ext cx="12801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62088" y="389534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~12%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4279392"/>
            <a:ext cx="384048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1288" y="4370832"/>
            <a:ext cx="3749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Multi-Modal System  (Face + Gait)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4279392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1768" y="437083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~93%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4279392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437083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~4%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98080" y="4279392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62088" y="437083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530352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Face + Gait fusion improves overall accuracy by ~4% over face-only approach.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570585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FAR reduced from 7% (face only) to 4% with multi-modal recognition.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Deep learning–based integration of face and gait recognition provides an effective real-time surveillance solution.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Overcomes limitations of single-modality face recognition in poor lighting, occlusion, and appearance changes.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CNN-based recognition (YuNet + SFace) achieves 88–93% accuracy, outperforming classical LBPH approach.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Gait analysis using MOG2 correctly classifies Standing, Walking, and Running at approximately 90% rate.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One-shot face registration with instant CNN embedding storage is practical without requiring large datasets.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6324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Runs at 15–25 FPS on standard laptop CPU — no GPU, cloud service, or internet dependency needed.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6557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Represents significant progress toward intelligent, multi-modal, next-generation surveillance systems.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References &amp; Bibliography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Pundir, A., &amp; Sharma, M. (2023). A Review of Deep Learning Approaches for Human Gait Recognition. INOCON 2023, IEEE.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64208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Sepas-Moghaddam, A., &amp; Etemad, A. (2022). Deep Gait Recognition: A Survey. IEEE TPAMI, 45(1), 264–284.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76856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Sheng, Y. et al. (2021). YuNet: A Tiny Millisecond-level Face Detector. IEEE Trans. Biometrics, Behavior &amp; Identity Science.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9504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Wang, F. et al. (2021). SFace: Sigmoid-Constrained Hypersphere Loss for Face Recognition. IEEE Trans. Image Processing.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502152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Lal, A., &amp; Nithyakani, P. (2023). Gait Speed Based Individual Recognition using Deep 2-D CNN. ICCCI 2023, IEEE.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14800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Alotaibi, M., &amp; Mahmood, A. (2017). Improved Gait Recognition Based on Deep CNN. Computer Vision &amp; Image Understanding, 164.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727448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OpenCV Documentation — https://docs.opencv.org/  |  opencv/opencv_zoo (YuNet &amp; SFace ONNX models).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1F497D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29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04040"/>
                </a:solidFill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04040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